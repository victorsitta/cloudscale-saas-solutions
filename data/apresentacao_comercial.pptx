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CloudScale SaaS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Apresentacao Comercial - Pitch 2026</a:t>
            </a:r>
          </a:p>
          <a:p>
            <a:r>
              <a:t>Plataforma de Gestao Multi-Cloud B2B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Nossa Missao e Metricas de Crescimento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Missao da Empresa:</a:t>
            </a:r>
          </a:p>
          <a:p>
            <a:pPr lvl="1"/>
            <a:r>
              <a:t>Empoderar empresas B2B a gerenciar sua infraestrutura em nuvem de forma escalavel, inteligente e segura, reduzindo custos desnecessarios.</a:t>
            </a:r>
          </a:p>
          <a:p>
            <a:r>
              <a:t>Metricas de Crescimento (2025-2026):</a:t>
            </a:r>
          </a:p>
          <a:p>
            <a:pPr lvl="1"/>
            <a:r>
              <a:t>• ARR (Receita Recorrente Anual) atingiu R$ 10M (Dez/2025)</a:t>
            </a:r>
          </a:p>
          <a:p>
            <a:pPr lvl="1"/>
            <a:r>
              <a:t>• Mais de 450 clientes corporativos ativos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Analise de Mercado e Concorrentes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Principais Concorrentes Identificados:</a:t>
            </a:r>
          </a:p>
          <a:p>
            <a:pPr lvl="1"/>
            <a:r>
              <a:t>1. CloudOps Platform: Foco em infraestrutura simples, mas carece de automacao com IA.</a:t>
            </a:r>
          </a:p>
          <a:p>
            <a:pPr lvl="1"/>
            <a:r>
              <a:t>2. StackManager: Boa integracao com AWS, porem preco elevado para multi-cloud.</a:t>
            </a:r>
          </a:p>
          <a:p>
            <a:pPr lvl="1"/>
            <a:r>
              <a:t>3. AWS Native Console: Complexo de usar para quem opera com multicloud (Azure e GCP).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